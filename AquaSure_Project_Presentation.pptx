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B8A6"/>
                </a:solidFill>
              </a:defRPr>
            </a:pPr>
            <a:r>
              <a:t>UNITED NATIONS SUSTAINABLE DEVELOPMENT GOAL 6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AquaSure: Civic-Tech Platform</a:t>
            </a:r>
          </a:p>
          <a:p>
            <a:pPr>
              <a:spcAft>
                <a:spcPts val="2800"/>
              </a:spcAft>
              <a:defRPr sz="2200">
                <a:solidFill>
                  <a:srgbClr val="BAE0FD"/>
                </a:solidFill>
              </a:defRPr>
            </a:pPr>
            <a:r>
              <a:t>Clean Water Monitoring, Safe Source Mapping &amp; Sanitation Education</a:t>
            </a:r>
          </a:p>
          <a:p>
            <a:pPr>
              <a:spcAft>
                <a:spcPts val="2000"/>
              </a:spcAft>
              <a:defRPr sz="1300">
                <a:solidFill>
                  <a:srgbClr val="CBD5E1"/>
                </a:solidFill>
              </a:defRPr>
            </a:pPr>
            <a:r>
              <a:t>A comprehensive, responsive, multi-page platform empowering communities and municipal teams to monitor water quality, track hazards, locate certified safe taps, and bridge last-mile sanitation gaps.</a:t>
            </a:r>
          </a:p>
          <a:p>
            <a:pPr>
              <a:defRPr sz="1100" b="1">
                <a:solidFill>
                  <a:srgbClr val="14B8A6"/>
                </a:solidFill>
              </a:defRPr>
            </a:pPr>
            <a:r>
              <a:t>Tech Stack: React 18 • Vite • Tailwind CSS • React Router • Recharts • Leaflet Maps • Local-First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Problem Statement &amp; Strategic Civic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The Global Water Crisis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Over 2 billion people worldwide lack safely managed drinking water.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Silent pipe leaks and sewage backflows cause fatal contamination outbreaks.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Waterborne diseases like Cholera and Typhoid remain leading causes of child mortality.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Rural &amp; suburban areas suffer from zero real-time water quality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The Civic-Tech Gap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Centralized testing labs take weeks to report back to affected communities.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Citizens have no single map to locate verified, potable community taps.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Lack of transparent public tracking for reported water pipeline hazards.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Hygiene and disease guidance is often monolingual and inaccessible.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The AquaSure Solution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Hyper-local water quality monitoring with WHO standard compliance.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Crowdsourced photo-verified incident reporting with ticket tracking.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Interactive Leaflet geospatial mapping with nearest-tap navigation.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Multilingual WASH education in 4 languages with interactive practice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System Architecture &amp; Engineering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Frontend &amp; Framework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React 18: Concurrent rendering, modular component architecture.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Vite 5: Lightning-fast HMR and optimized production bundling.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Tailwind CSS: Water-themed palette with dark mode support.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React Router v6: Multi-page client-side routing &amp; breadcrumbs.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Visualizations &amp; Mapping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Recharts: Interactive Area, Bar, and Donut charts for water metrics.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Leaflet: Interactive geospatial mapping with custom SVG DivIcons.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Lucide React: Accessible iconography throughout the user interface.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Haversine Formula: Accurate real-time nearest safe source calculation.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Local-First Persistence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Local-First Design: Full data storage in localStorage.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Zero Backend Dependency: Immediate functionality anywhere.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Mock Service Architecture: Easily swappable for REST/GraphQL APIs.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PWA Ready: Service Worker &amp; Web App Manifest for offline guides.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1. Landing Page: Public Engagement &amp; Live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Visual Design &amp; Hero Experience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Subtle animated water wave / ripple effect reflecting cleanliness.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Prominent UN SDG 6 badge and primary call-to-action buttons.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Real-time top ticker banner broadcasting active boil-water advisories.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Direct fast links to Safe Tap Map, Hazard Reporting, and Water Testing.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WCAG 2.1 AA accessible typography and contrast-optimized colors.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Measurable Impact Counters &amp; Trust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Animated Live Counters: 1,420,800+ People Protected Daily.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840+ Villages &amp; Wards Covered across 5 geographic regions.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128,450+ Water Quality Tests Logged in the civic repository.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96.8% Reported Hazards Resolved by municipal teams.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Field Testimonials from village heads, doctors, and youth volunteers.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Partner framework alignment: UN-Water, WHO, UNICEF WASH.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2. Water Quality Dashboard: Analytical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5 Core Chemical &amp; Biological Parameters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pH Level: Monitored against WHO potable standard (6.5 – 8.5 pH).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Turbidity (NTU): Visual water cloudiness tracker (Safe &lt; 5.0 NTU).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TDS (ppm): Total Dissolved Solids measuring mineral hardness (&lt; 500 ppm).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Free Chlorine (mg/L): Disinfection efficacy tracking (0.2 – 1.0 mg/L).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Coliform Bacteria: Pathogen contamination indicator (Target: 0 CFU/100ml).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Water Safety Index Gauge: Overall compliance percentage.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Interactive Controls &amp; Exporting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5-Zone Regional Filtering (North, Central, Coastal, Eastern, South).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Date range selector (Last 7 Days, 30 Days, 90 Days, Year-to-Date).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7-Week Multi-Parameter Temporal Trend Graphs using Recharts.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Source-by-source comparison table with search and status badges.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Single-Click CSV Report Export: Generates downloadable data reports on-the-fly directly in the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3. Interactive Map: Safe Tap &amp; Facility Locator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Leaflet Geospatial Infrastructure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Interactive Leaflet canvas with custom color-coded status pins.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Green = Safe (Potable), Amber = Caution, Red = Hazardous.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Facility layer toggles: Public Standposts, Treatment Plants, Borewells, Sanitation Centers, Reported Hazard Hotspots.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Smooth animated flyTo transitions when zooming to regional clusters.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Dynamic tooltips showing live parameter summary on hover.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'Find Nearest Safe Tap' Intelligence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HTML5 Geolocation integration with fallback coordinate handling.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Haversine Distance Algorithm: Computes distance to all safe sources.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Instant Walk-Time Estimates: e.g. '~350 meters • 4 min walk'.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Slide-over Detail Drawer: Full breakdown of chemical readings, population served, address, and official field notes.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Quick Bookmark button to save safe points to user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4. Report an Issue: Crowdsourced Hazard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Incident Submission Workflow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Hazard Categories: Contamination, Leakage, Broken Pump, No Supply, Sanitation Failure.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Location Mapping: GPS auto-detect, address input, or map-click filler.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Severity Level Picker: Low, Medium, High, Critical with impact guides.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Affected Population Slider: Estimates impact radius (10 to 5,000+ people).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Photo Evidence Upload: Client-side FileReader thumbnail preview.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Generates Unique Ticket ID: e.g. AQ-2026-1053.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Live 4-Stage Ticket Tracking Stepper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Stage 1: Submitted — Incident logged in public civic database.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Stage 2: In Review — Dispatched to zonal sanitary inspector.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Stage 3: In Progress — Repair crew and water bowsers on-site.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Stage 4: Resolved — Pipeline repaired and potable testing passed.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Public Tracking Search Tab: Enter any ticket ID to view investigation timeline, assigned officer, and field notes.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5. Water Testing Guide &amp; Diagnostic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5-Step Home Testing Checklist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1: Visual Clarity — Inspect turbidity against white paper.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2: Sensory Odor — Identify sulfur, chlorine, or musty smells.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3: Boil &amp; Residue — Detect white mineral scale vs rust/film.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4: DIY Test Strips — Compare pH, Free Chlorine, and Nitrates.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5: Hand Soap Foam — Assess water hardness and mineral scum.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Interactive completion checkboxes with practical guidance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'Is My Water Safe?' Diagnostic Quiz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5-Question Diagnostic Assessment analyzing clarity, odor, source, health symptoms, and boiling residue.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Dynamic Weighted Scoring Algorithm calculating risk level.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Safe Score (0-2): Likely safe for consumption; safe storage tips.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Caution Score (3-6): Moderate risk; rolling boil/filter required.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Unsafe Score (7+): CRITICAL HAZARD; red alert warning, alternative safe tap recommendation, and instant hazard reporting trigger.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6. Purification Methods &amp; Situation Recommender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Comparative Purification Encyclopedia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Boiling: 99.99% pathogen kill rate; zero equipment cost; fuel dependent.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Chlorination: Inexpensive residual protection; eliminates bacteria &amp; viruses.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Ceramic Filters: Electricity-free gravity filtration for silt and microbes.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SODIS: Free solar UV-A disinfection using transparent PET bottles.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Reverse Osmosis (RO): Semipermeable membrane removing dissolved solids (TDS) and heavy metals.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Full effectiveness matrix, pros, cons, and step-by-step guides.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Tailored Method Recommender Wizard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4-Variable Input Wizard: Raw Water Source (Tap, Well, Surface, Rain).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Power Reliability: 24/7 Grid, Intermittent, or Off-Grid.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Budget Preference: Free ($0), Moderate ($15-$40), or Premium ($100+).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Primary Concern: Microbes, High TDS/Hardness, or Turbidity/Silt.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Intelligent Decision Logic: Automatically suggests the #1 optimal purification setup with step-by-step setup blueprints.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7. Sanitation &amp; Hygiene Education (WASH)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Multilingual Access &amp; Handwashing Timer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4-Language Live Switcher: English, Hindi (हिंदी), Gujarati (ગુજરાતી), and Telugu (తెలుగు) with reactive translation.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WHO 6-Step Handwashing Visual Guide: Palm, dorsum, fingers, knuckles, thumbs, wrists, and air drying.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Interactive 20-Second Practice Timer: Audio-visual countdown ensuring soap molecules break viral lipid envelopes.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Sanitation Rules: Twin-pit latrines and the 30-meter safe setback distance from drinking wells.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Disease Prevention &amp; Knowledge Quiz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Waterborne Disease Center: Cholera, Typhoid, Diarrhea, Hepatitis A.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Symptoms, incubation, transmission, and prevention protocols.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Emergency ORS Recipe: 6 tsp sugar + 0.5 tsp salt in 1L boiled water.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Menstrual Hygiene Management: Clean absorbents, safe sun-drying.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Interactive 5-Question Knowledge Quiz with scoring and certificate.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8. Water Usage Calculator &amp; Conservation Planner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Interactive Consumption Simulator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Household Sliders: Members, shower duration, toilet flushes, dishwashing loads, weekly laundry cycles, garden watering, leaks.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Real-Time Volumetric Output: Daily &amp; Monthly usage in Liters and US Gallons.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Per Capita Index: Liters per person per day.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Recharts Donut Chart: Categorical breakdown across bathroom, toilet, kitchen, laundry, outdoor, and fixture leaks.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Recharts Bar Chart: Benchmarking against WHO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WHO Benchmark &amp; Savings Plan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WHO Minimum (50L/day) vs WHO Ideal (100L/day) vs Urban Average (135L).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Efficiency Status Indicator: Eco-Conscious vs Exceeding Baseline.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Personalized Savings Checklist: Low-flow aerators, shorter showers, leak fixes, greywater reuse.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Dynamic Financial &amp; Volumetric Savings: Calculates total Liters and Dollars saved per month in real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9. Public Alerts Center: Early Warning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Advisory Types &amp; Precautions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Boil-Water Orders (Critical): High coliform or pathogen detection.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Scheduled Maintenance (Warning): Trunk valve repair and shutdowns.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Chlorine Flushing (Info): Temporary scent during pipeline flushing.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Saline Intrusion Notices: TDS warnings during high tidal surges.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Mandatory Precaution Checklists: Boil duration, infant formula safety, tanker distribution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Filtering &amp; Multi-Channel Subscription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Filter advisories by Region and Severity level.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Shows start dates, estimated resolution dates, and active status.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Subscribe Modal: Select Email Newsletter or SMS Emergency Alerts.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Region Selection: Target alerts for specific home zones.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Local persistence with real-time feedback toast notifications.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10. Community Drives, Leaderboard &amp; Crowdfunding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Clean-Up Drives &amp; Events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Yamuna Floodplain Plastic &amp; Silt Clean-Up Drive.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School Sanitation &amp; Handwashing Workshop.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Marina Beach Coastal Water Sampling Blitz.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Rooftop Rainwater Harvesting Demonstration.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Registration modal with real-time volunteer slot capacity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Volunteer Leaderboard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Top civic contributors ranked by verified reports and testing points.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Honors: Master Guardian, Rapid Responder, Hygiene Champion.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Tracks estimated liters conserved per volunteer.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Fosters healthy civic competition and community stewardship.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Crowdfunding (Mock UI)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Preset Tiers: $15 (1 Family), $35 (Bio-Sand Filter), $75 (Handwash Station), $150 (Well Restoration).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Multi-Payment Gateway: Credit Card, UPI / QR, and PayPal.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Instant Contribution Certificate with unique transaction ID.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Printable official tax-exempt donation receipt.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11. Field Operations &amp; Admin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Role-Based Security &amp; KPIs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Role-Based Access Mock: Field Admin (Dr. Alok Verma).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Protected view with 1-click admin authentication switch.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High-Level Operational KPIs: Total Reports, Active In-Progress, Resolved Tickets, Monitored Sources.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Complete Incident Management Table with multi-criteria search and status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Workflow Updates &amp; Registry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Status Transition Modal: Move tickets from Submitted → In Review → In Progress → Resolved.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Official Notes: Append investigator findings directly to ticket timeline.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Add Water Source Modal: Register new GPS coordinates, facility type, pH, turbidity, TDS, chlorine, and population.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Instant updates published to the live public Safe Tap Map.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Full JSON and CSV Data Export capabilities.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12. AquaBot Assistant &amp; Global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AquaBot 24/7 AI Assistant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Floating water droplet widget available across all pages.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Interactive chat window with categorized instant query chips.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Natural Language Matching: Answers questions on boiling safety, TDS meanings, test strips, ORS recipes, and reporting.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Direct Navigation Links embedded inside conversational replies.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Persistent chat history and scroll-to-bottom mechanics.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Global Productivity &amp; Access Tools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Global Command Search (⌘K / Ctrl+K): Search sources, tickets, methods, and articles simultaneously.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Persistent Theme Toggle: Light and dark mode with zero page-flash.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Notification Bell: Unread counter with detailed alert dropdown.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User Profile: Saved bookmarked taps and filed report history.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Resources &amp; Helplines: Downloadable PDFs, 24/7 hotlines, and FAQs.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AQUASURE • CIVIC-TECH PLATFORM (UN SDG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4D8C"/>
                </a:solidFill>
              </a:defRPr>
            </a:pPr>
            <a:r>
              <a:t>Project Summary, Impact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Summary of Achievements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14 Complete Civic-Tech Pages fully designed, implemented, and verified.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Aligned with UN SDG 6: Clean Water and Sanitation for all by 2030.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Local-First Architecture: 100% operational offline and without backends.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32 Realistic Water Sources and 52 Community Hazard Reports seeded.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Public Cloudflare Tunnel enables universal access across all devices.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WCAG 2.1 AA accessible, responsive, and mobile-first.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4D8C"/>
                </a:solidFill>
              </a:defRPr>
            </a:pPr>
            <a:r>
              <a:t>Future Technology Roadmap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IoT Smart Sensors: Integration with LoRaWAN water quality probes for automated telemetry readings.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Municipal SCADA Integration: Bi-directional sync with government water utility distribution boards.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Automated SMS/WhatsApp Gateway: Two-way conversational reporting for feature phone users without internet.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Predictive Contamination ML Models: Early warning forecasts based on monsoon rainfall and sewer overflow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